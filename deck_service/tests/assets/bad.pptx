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Meridian Defense Systems C2 Platform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200" b="0">
                <a:solidFill>
                  <a:srgbClr val="E6EAF2"/>
                </a:solidFill>
                <a:latin typeface="Calibri"/>
              </a:rPr>
              <a:t>Weekly Leadership Summary: Milestones, Risks and Status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0">
                <a:solidFill>
                  <a:srgbClr val="B8C0D4"/>
                </a:solidFill>
                <a:latin typeface="Calibri"/>
              </a:rPr>
              <a:t>Meridian Defense Systems  |  Report date 2026-09-24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One of three open milestones has an unsupported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11880" cy="13716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400" b="1">
                <a:solidFill>
                  <a:srgbClr val="2E7D4F"/>
                </a:solidFill>
                <a:latin typeface="Georgia"/>
              </a:rPr>
              <a:t>1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Calibri"/>
              </a:rPr>
              <a:t>milestones with reported status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188720"/>
            <a:ext cx="3611880" cy="13716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6187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400" b="1">
                <a:solidFill>
                  <a:srgbClr val="C0392B"/>
                </a:solidFill>
                <a:latin typeface="Georgia"/>
              </a:rPr>
              <a:t>+14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1168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Calibri"/>
              </a:rPr>
              <a:t>ATO forecast 2026-10-14 vs. 2026-09-30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88720"/>
            <a:ext cx="3611880" cy="13716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6187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400" b="1">
                <a:solidFill>
                  <a:srgbClr val="D68A10"/>
                </a:solidFill>
                <a:latin typeface="Georgia"/>
              </a:rPr>
              <a:t>1 of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Calibri"/>
              </a:rPr>
              <a:t>open milestones whose reported status the evidence does not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800">
                <a:solidFill>
                  <a:srgbClr val="1A1F2E"/>
                </a:solidFill>
                <a:latin typeface="Calibri"/>
              </a:rPr>
              <a:t>ATO: ATO Approval Delayed by ISSO Review. Behind schedule.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800">
                <a:solidFill>
                  <a:srgbClr val="1A1F2E"/>
                </a:solidFill>
                <a:latin typeface="Calibri"/>
              </a:rPr>
              <a:t>CDR: CDR Status Should Be Corrected. Off track, dependency overdue.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800">
                <a:solidFill>
                  <a:srgbClr val="1A1F2E"/>
                </a:solidFill>
                <a:latin typeface="Calibri"/>
              </a:rPr>
              <a:t>DEMO: IOC Readiness Review On Track. Watch unassigned dry-run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Milestone schedule and evidence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>
                <a:solidFill>
                  <a:srgbClr val="6B7385"/>
                </a:solidFill>
                <a:latin typeface="Calibri"/>
              </a:rPr>
              <a:t>Statuses from the milestone sheet; evidence check from the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463040"/>
                <a:gridCol w="1737360"/>
                <a:gridCol w="155448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Forecast / actual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Reported status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 supports status?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Preliminary Design Review (PDR)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2026-04-15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2026-04-15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 assessed this week</a:t>
                      </a:r>
                    </a:p>
                  </a:txBody>
                  <a:tcPr marL="73152" marR="73152" marT="36576" marB="36576" anchor="ctr">
                    <a:solidFill>
                      <a:srgbClr val="7B849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Authority to Operate (ATO) Approval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2026-09-30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2026-10-14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73152" marR="73152" marT="36576" marB="36576" anchor="ctr">
                    <a:solidFill>
                      <a:srgbClr val="D68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Critical Design Review (CDR)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2026-11-15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2026-11-15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C0392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Customer Demo / IOC Readiness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2026-12-01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7B84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6B7385"/>
                </a:solidFill>
                <a:latin typeface="Calibri"/>
              </a:rPr>
              <a:t>Reported status comes from the milestone sheet. The evidence check comes from the approved weekly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Is the reported status accurate?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>
                <a:solidFill>
                  <a:srgbClr val="6B7385"/>
                </a:solidFill>
                <a:latin typeface="Calibri"/>
              </a:rPr>
              <a:t>1 of 3 open milestones has a reported status the evidence does not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11880" cy="52120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0F1B3D"/>
                </a:solidFill>
                <a:latin typeface="Georgia"/>
              </a:rPr>
              <a:t>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Reported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Evidence supports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Slipping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Cybersecurity ATO documentation task overdue since 2026-09-10, blocked pending ISSO review.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Forecast slipped to 2026-10-14, about two weeks past the 2026-09-30 plan.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Consistent with the ISSO office's informal estimate of a 2-3 week delay.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63040"/>
            <a:ext cx="3611880" cy="52120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0F1B3D"/>
                </a:solidFill>
                <a:latin typeface="Georgia"/>
              </a:rPr>
              <a:t>CDR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Reported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Evidence supports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889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Radar feed adapter integration, a direct CDR dependency, was due 2026-09-12 and remains in progress as of 2026-09-24.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At least another week of delay expected: vendor API documentation is incomplete.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CDR is planned for 2026-11-15, so some runway remains.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The reported On Track status should be corrected.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Revised forecast 2026-10-21.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3611880" cy="52120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54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0F1B3D"/>
                </a:solidFill>
                <a:latin typeface="Georgia"/>
              </a:rPr>
              <a:t>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Reported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Evidence supports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Started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7889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Report states on track for 2026-12-01.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Test plan update in progress, due 2026-09-24.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Dry-run logistics, due 2026-10-01, has no assignee despite the customer's explicit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Risks and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0">
                <a:solidFill>
                  <a:srgbClr val="1A1F2E"/>
                </a:solidFill>
                <a:latin typeface="Calibri"/>
              </a:rPr>
              <a:t>No open risks or issues were named in this week's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Four tasks are named in the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1371600"/>
                <a:gridCol w="1645920"/>
                <a:gridCol w="42062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 as stated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Cybersecurity ATO documentation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2026-09-10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Overdue, blocked pending ISSO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Radar feed adapter integration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CDR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2026-09-12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In progress, overdue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Test plan update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In progress, due 2026-09-24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Dry-run logistics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2026-10-01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No assignee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Proposed decisions and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B3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Correct the CDR status in the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0D4"/>
                </a:solidFill>
                <a:latin typeface="Calibri"/>
              </a:rPr>
              <a:t>CDR: the report says the reported On Track status should be corrected.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B3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7744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Track the DEMO dry-run logistics task closely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0D4"/>
                </a:solidFill>
                <a:latin typeface="Calibri"/>
              </a:rPr>
              <a:t>DEMO: due 2026-10-01 with no assignee; the report says to track it closely.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